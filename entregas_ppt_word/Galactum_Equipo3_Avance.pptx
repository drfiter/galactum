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74320"/>
            <a:ext cx="2560320" cy="2560320"/>
          </a:xfrm>
          <a:prstGeom prst="ellipse">
            <a:avLst/>
          </a:prstGeom>
          <a:ln w="12700">
            <a:solidFill>
              <a:srgbClr val="2A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097280"/>
            <a:ext cx="4206240" cy="4206240"/>
          </a:xfrm>
          <a:prstGeom prst="ellipse">
            <a:avLst/>
          </a:prstGeom>
          <a:ln w="12700">
            <a:solidFill>
              <a:srgbClr val="2A3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920240"/>
            <a:ext cx="5852160" cy="5852160"/>
          </a:xfrm>
          <a:prstGeom prst="ellipse">
            <a:avLst/>
          </a:prstGeom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3 · PROYECTO GALACTUM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— Mundo y Combate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online del mundo, sincronización cliente-servidor y preparación Android.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66344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486460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Shape 8"/>
          <p:cNvSpPr/>
          <p:nvPr/>
        </p:nvSpPr>
        <p:spPr>
          <a:xfrm>
            <a:off x="1252728" y="486460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453896" y="486460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51663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Godot  ↔  Servidor SSS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mundo no podía vivir solo en el celular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23160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450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1546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estado del juego dependía del dispositivo del jugador. Sin una fuente única de verdad, el mundo no era consistente entre jugadores.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210312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42316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450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necesitaba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1546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servidor que controle el mundo de forma autoritativa y le envíe al cliente solo lo que necesita ver.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base donde cliente y servidor se hablen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la base de comunicación donde: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1576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271576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271576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Godot  ↔  Servidor SSS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puedan comunicarse y sincronizar el estado del mundo en tiempo real.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052560" y="2194560"/>
            <a:ext cx="1005840" cy="1005840"/>
          </a:xfrm>
          <a:prstGeom prst="ellipse">
            <a:avLst/>
          </a:prstGeom>
          <a:solidFill>
            <a:srgbClr val="141B3C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55480" y="3639312"/>
            <a:ext cx="0" cy="868680"/>
          </a:xfrm>
          <a:prstGeom prst="line">
            <a:avLst/>
          </a:prstGeom>
          <a:noFill/>
          <a:ln w="25400">
            <a:solidFill>
              <a:srgbClr val="2A356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052560" y="4526280"/>
            <a:ext cx="1005840" cy="1005840"/>
          </a:xfrm>
          <a:prstGeom prst="ellipse">
            <a:avLst/>
          </a:prstGeom>
          <a:solidFill>
            <a:srgbClr val="141B3C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5577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AVANCE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hicimos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65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Godot funcional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965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SSS Headless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26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WebSocket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926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Mundo 600 × 600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86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Naves, asteroides y xenoformas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886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por map_delta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846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Android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48920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846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automáticos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ARQUITECTURA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simple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74236" y="173736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41B3C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74236" y="1737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Jugador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820156" y="24048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74236" y="288036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41B3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74236" y="2880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Godot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820156" y="35478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14516" y="3584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74236" y="402336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41B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74236" y="4023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SSS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820156" y="46908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74236" y="516636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141B3C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74236" y="5166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Mundo autoritativo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logro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554480" cy="15544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834640" y="2148840"/>
            <a:ext cx="8412480" cy="2103120"/>
          </a:xfrm>
          <a:prstGeom prst="roundRect">
            <a:avLst>
              <a:gd name="adj" fmla="val 3478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235000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3264408" y="235000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3465576" y="235000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54680" y="26517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conecta al servidor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 envía una nave dummy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la muestra en pantalla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logro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554480" cy="15544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834640" y="2148840"/>
            <a:ext cx="8412480" cy="2103120"/>
          </a:xfrm>
          <a:prstGeom prst="roundRect">
            <a:avLst>
              <a:gd name="adj" fmla="val 3478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235000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3264408" y="235000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3465576" y="235000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54680" y="26517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 maneja múltiples entidades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las recibe y muestra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se envía lo cercano al jugador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OPTIMIZACIÓN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 — Area of Interest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jugador solo recibe lo que está cerca.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41B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91640" y="2331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3317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muestra al jugador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41B3C"/>
          </a:solidFill>
          <a:ln w="19050">
            <a:solidFill>
              <a:srgbClr val="5B66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840480"/>
            <a:ext cx="457200" cy="457200"/>
          </a:xfrm>
          <a:prstGeom prst="ellipse">
            <a:avLst/>
          </a:prstGeom>
          <a:solidFill>
            <a:srgbClr val="5B66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9164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Lejos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5661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envía al cliente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41B3C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507492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91640" y="4800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de zona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8006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Desaparece de su pantalla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PROTOCOLO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de estado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envía cambios, no el mundo completo: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41B3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Apareció una entidad nueva en mi zona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41B3C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4747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entidad que ya veía cambió de estado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23774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141B3C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34747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Salió de mi zona visible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FLUJO DE TRABAJO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en equipo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separadas para no romper main: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680960" cy="1920240"/>
          </a:xfrm>
          <a:prstGeom prst="roundRect">
            <a:avLst>
              <a:gd name="adj" fmla="val 3810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3288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253288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253288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83464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feature/team3-m1-client-android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feature/team3-m1-sss-world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integration/team3-m1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no rompimos main.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0" y="2377440"/>
            <a:ext cx="1005840" cy="5029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2880360"/>
            <a:ext cx="10058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3383280"/>
            <a:ext cx="1005840" cy="-50292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78892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49840" y="2880360"/>
            <a:ext cx="914400" cy="0"/>
          </a:xfrm>
          <a:prstGeom prst="line">
            <a:avLst/>
          </a:prstGeom>
          <a:noFill/>
          <a:ln w="25400">
            <a:solidFill>
              <a:srgbClr val="5B668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110996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ESTADO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41B3C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TEAM3-M1 listo para prueba visual E2E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probar manualmente: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SSS M1 corriendo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13632" y="35204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26280" y="35204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M1 conectado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99832" y="35204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412480" y="35204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entidades visibles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PRÓXIMO PASO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TEAM3-M2: movimiento de naves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371600" cy="13716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2743200"/>
            <a:ext cx="969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7520" y="2743200"/>
            <a:ext cx="1371600" cy="13716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752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2743200"/>
            <a:ext cx="969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94960" y="2743200"/>
            <a:ext cx="1371600" cy="13716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9496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pide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84848" y="2743200"/>
            <a:ext cx="969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0" y="2743200"/>
            <a:ext cx="1371600" cy="13716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62288" y="2743200"/>
            <a:ext cx="969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149840" y="2743200"/>
            <a:ext cx="1371600" cy="13716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4984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829800" y="4251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muestra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movimiento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GALACTUM · EQUIPO 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311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389120"/>
            <a:ext cx="2560320" cy="2560320"/>
          </a:xfrm>
          <a:prstGeom prst="ellipse">
            <a:avLst/>
          </a:prstGeom>
          <a:ln w="12700">
            <a:solidFill>
              <a:srgbClr val="2A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3566160"/>
            <a:ext cx="4206240" cy="4206240"/>
          </a:xfrm>
          <a:prstGeom prst="ellipse">
            <a:avLst/>
          </a:prstGeom>
          <a:ln w="12700">
            <a:solidFill>
              <a:srgbClr val="2A35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2743200"/>
            <a:ext cx="5852160" cy="5852160"/>
          </a:xfrm>
          <a:prstGeom prst="ellipse">
            <a:avLst/>
          </a:prstGeom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Construimos la base online de Galactum: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y servidor ya pueden comunicarse, sincronizar múltiples entidades y preparar el camino para movimiento, minería y combate.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141B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5047488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Shape 8"/>
          <p:cNvSpPr/>
          <p:nvPr/>
        </p:nvSpPr>
        <p:spPr>
          <a:xfrm>
            <a:off x="1252728" y="5047488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453896" y="504748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534924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Godot  ↔  Servidor SSS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2026-09-08T04:47:24Z</dcterms:created>
  <dcterms:modified xsi:type="dcterms:W3CDTF">2026-09-08T04:47:24Z</dcterms:modified>
</cp:coreProperties>
</file>